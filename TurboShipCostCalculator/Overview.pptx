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96"/>
    <p:restoredTop sz="94664"/>
  </p:normalViewPr>
  <p:slideViewPr>
    <p:cSldViewPr snapToGrid="0">
      <p:cViewPr varScale="1">
        <p:scale>
          <a:sx n="138" d="100"/>
          <a:sy n="138" d="100"/>
        </p:scale>
        <p:origin x="8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7942A-6A6D-7D48-6D7D-A775484F6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0BD5BB-6FD0-8D9F-4254-4C054525ED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459DA-EC03-A076-EAB4-F4854131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7AC0A-C00D-9D47-8E67-82ECB6FF5F66}" type="datetimeFigureOut">
              <a:rPr lang="en-US" smtClean="0"/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E3CDE-4C7A-6D51-AB23-ADA10A9B7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9C506-6A17-6927-762A-635DB3463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AE9C-D22A-6948-B8EA-056EA87C1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501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B1237-DE2F-26D4-CD47-5A90AA52A0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3984F6-58AF-E358-1F74-0F53F1B94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20F13-2627-7336-3C65-1B7575234D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7AC0A-C00D-9D47-8E67-82ECB6FF5F66}" type="datetimeFigureOut">
              <a:rPr lang="en-US" smtClean="0"/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6E332-7834-C6D4-52FC-E81260D1C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31AC9B-EDBE-7373-CF33-EC6D5378E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AE9C-D22A-6948-B8EA-056EA87C1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295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853F1-1505-A9C6-51E6-C0DDCDAC7E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ED0D01-AD33-105A-0E48-F65D33A6D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D9D53-C649-8FD4-4E37-AA0F6180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7AC0A-C00D-9D47-8E67-82ECB6FF5F66}" type="datetimeFigureOut">
              <a:rPr lang="en-US" smtClean="0"/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186D1-DCC3-04B8-497F-AD98BF8A0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A33FF-3711-86C2-5895-625538528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AE9C-D22A-6948-B8EA-056EA87C1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389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D8D75-7C83-D5F1-409E-FF3D50334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C6B9B-27A4-69DD-AF3E-6D3A5DF77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84AEA9-4D7C-3ABF-5D64-29FD252B8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0FA275-8742-CA6E-A5E1-33FD76DCD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7AC0A-C00D-9D47-8E67-82ECB6FF5F66}" type="datetimeFigureOut">
              <a:rPr lang="en-US" smtClean="0"/>
              <a:t>6/11/24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0CC169-98D4-5B2A-E651-39A70C18F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1BA0F7-16B7-FADC-E98B-B16793213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AE9C-D22A-6948-B8EA-056EA87C1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50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9A8502-EB1C-B9AF-D39E-05D0A0D72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E5086-C3F2-2726-F7C7-17D021FB8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922939-0656-07D0-FB4F-70141EAC8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3D421B-F853-8C9B-AFE0-6B7A1571F8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EEFEA-DDF1-5672-AE23-AB07F22FAF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2BCC31C-126A-EF47-24B5-DA0EEF6D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7AC0A-C00D-9D47-8E67-82ECB6FF5F66}" type="datetimeFigureOut">
              <a:rPr lang="en-US" smtClean="0"/>
              <a:t>6/11/24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7EFE66-F262-3069-990E-2930D5025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B4C1F6-5BF8-3469-91CB-7EA6AAE01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AE9C-D22A-6948-B8EA-056EA87C1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443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ADA74-2E81-0032-F22A-392519CE0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34A7BF-C335-50FA-AA7D-D5F5D9392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7AC0A-C00D-9D47-8E67-82ECB6FF5F66}" type="datetimeFigureOut">
              <a:rPr lang="en-US" smtClean="0"/>
              <a:t>6/11/24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D2FA31-6301-964A-406C-F01C8722B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3F72BE-FEA0-BDD5-538A-CB58D7CE6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AE9C-D22A-6948-B8EA-056EA87C1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51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4716AD4-CDAC-017B-FB3D-DF52C236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7AC0A-C00D-9D47-8E67-82ECB6FF5F66}" type="datetimeFigureOut">
              <a:rPr lang="en-US" smtClean="0"/>
              <a:t>6/11/24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EFEC19-50D6-C2DD-0983-FD218305E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D4D63B-1962-0ED4-C1A9-DF4F2318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AE9C-D22A-6948-B8EA-056EA87C1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62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FB96B-24E3-DC0A-EFE8-387C56C72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DA6E5-E180-467E-7B44-9B6ED16B5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BCEB53-209F-6A0B-4887-0AED2144E9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C5F07C-F4A3-B1E9-6D5D-CCAA68F8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7AC0A-C00D-9D47-8E67-82ECB6FF5F66}" type="datetimeFigureOut">
              <a:rPr lang="en-US" smtClean="0"/>
              <a:t>6/11/24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0FEA4-7FDB-2054-83C8-A07D1CB62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052F0C-1891-8A30-CF48-9E572D78D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AE9C-D22A-6948-B8EA-056EA87C1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01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5DC4-E497-B9D5-874A-8D0C7951A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CF544C-9CC8-106A-86FE-A27D8189B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3000AD-4B84-66A0-6B03-47DCD9E91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0DE9A-1419-1CD4-3932-A896F79B6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7AC0A-C00D-9D47-8E67-82ECB6FF5F66}" type="datetimeFigureOut">
              <a:rPr lang="en-US" smtClean="0"/>
              <a:t>6/11/24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F5392-8FD1-1FFD-C253-176ACE173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7976A-49F7-3792-0D35-5E1F1BD10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AE9C-D22A-6948-B8EA-056EA87C1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30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DF689-997D-F78E-86C4-1AAE4726A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F66067-52C1-CD92-CDD5-C222987A0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D1BC3-57E5-4025-17F9-6680C9FC0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7AC0A-C00D-9D47-8E67-82ECB6FF5F66}" type="datetimeFigureOut">
              <a:rPr lang="en-US" smtClean="0"/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9BF00-D285-DA99-F0C9-6FBAE26C4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18FA1-A36A-95B1-99D9-2CC58F99B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AE9C-D22A-6948-B8EA-056EA87C1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653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9B982A-1C9A-162D-EA45-A036CFDF75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CC7415-1ABE-A23B-528C-54B89309B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814F5-8627-0916-A3C8-9F45C986A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7AC0A-C00D-9D47-8E67-82ECB6FF5F66}" type="datetimeFigureOut">
              <a:rPr lang="en-US" smtClean="0"/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17B50-D3A2-88CB-F182-C1EE794E6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E9C69-2018-4543-D247-9F690EBE6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00AE9C-D22A-6948-B8EA-056EA87C1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2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083AF0-E27B-C6B4-55FF-1F2D4AC30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E7374-8AB3-D01E-0840-963DEADD0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6497D-324F-4681-792F-845ADB0BF1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57AC0A-C00D-9D47-8E67-82ECB6FF5F66}" type="datetimeFigureOut">
              <a:rPr lang="en-US" smtClean="0"/>
              <a:t>6/11/24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87549-F2CA-5B4C-274A-80ABFEC2D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1B6B05-3868-6B8B-B9C3-95A3F6DED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00AE9C-D22A-6948-B8EA-056EA87C17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22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776C4DE-2950-E36D-6C4D-A2CEFE27C984}"/>
              </a:ext>
            </a:extLst>
          </p:cNvPr>
          <p:cNvSpPr/>
          <p:nvPr/>
        </p:nvSpPr>
        <p:spPr>
          <a:xfrm>
            <a:off x="151707" y="177636"/>
            <a:ext cx="155448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i="0" dirty="0" err="1">
                <a:solidFill>
                  <a:schemeClr val="tx1"/>
                </a:solidFill>
                <a:effectLst/>
              </a:rPr>
              <a:t>constGlobal.py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5E4AE9-6842-905D-F808-C0EDE26CD808}"/>
              </a:ext>
            </a:extLst>
          </p:cNvPr>
          <p:cNvSpPr/>
          <p:nvPr/>
        </p:nvSpPr>
        <p:spPr>
          <a:xfrm>
            <a:off x="164242" y="5962625"/>
            <a:ext cx="155448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i="0" dirty="0" err="1">
                <a:solidFill>
                  <a:schemeClr val="tx1"/>
                </a:solidFill>
                <a:effectLst/>
              </a:rPr>
              <a:t>constLCOE.py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85918C-780C-7089-F8BE-06AE245F516D}"/>
              </a:ext>
            </a:extLst>
          </p:cNvPr>
          <p:cNvSpPr/>
          <p:nvPr/>
        </p:nvSpPr>
        <p:spPr>
          <a:xfrm>
            <a:off x="133893" y="1913493"/>
            <a:ext cx="155448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i="0" dirty="0" err="1">
                <a:solidFill>
                  <a:schemeClr val="tx1"/>
                </a:solidFill>
                <a:effectLst/>
              </a:rPr>
              <a:t>constRotor.py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5BB3CF-B3CD-A63B-C284-2F3530E146CF}"/>
              </a:ext>
            </a:extLst>
          </p:cNvPr>
          <p:cNvSpPr/>
          <p:nvPr/>
        </p:nvSpPr>
        <p:spPr>
          <a:xfrm>
            <a:off x="151707" y="799408"/>
            <a:ext cx="155448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i="0" dirty="0" err="1">
                <a:solidFill>
                  <a:schemeClr val="tx1"/>
                </a:solidFill>
                <a:effectLst/>
              </a:rPr>
              <a:t>constUnitConvert.py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9C27228-1D92-2F2E-D8F5-CFC46F869E1E}"/>
              </a:ext>
            </a:extLst>
          </p:cNvPr>
          <p:cNvSpPr/>
          <p:nvPr/>
        </p:nvSpPr>
        <p:spPr>
          <a:xfrm>
            <a:off x="148210" y="2714657"/>
            <a:ext cx="155448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i="0" dirty="0" err="1">
                <a:solidFill>
                  <a:schemeClr val="tx1"/>
                </a:solidFill>
                <a:effectLst/>
              </a:rPr>
              <a:t>constVessel.py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04E5FDF-AA6D-7269-7B69-AA121A387A5B}"/>
              </a:ext>
            </a:extLst>
          </p:cNvPr>
          <p:cNvSpPr/>
          <p:nvPr/>
        </p:nvSpPr>
        <p:spPr>
          <a:xfrm>
            <a:off x="2267362" y="3195781"/>
            <a:ext cx="5486400" cy="35524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200" b="1" dirty="0" err="1">
                <a:solidFill>
                  <a:schemeClr val="tx1"/>
                </a:solidFill>
              </a:rPr>
              <a:t>funcMain.py</a:t>
            </a:r>
            <a:endParaRPr lang="en-US" sz="1200" b="1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Objective function for brute force optimization 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Objective function for constrained minimization</a:t>
            </a:r>
          </a:p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CB0477-1070-4DEE-0B1F-8E6208212980}"/>
              </a:ext>
            </a:extLst>
          </p:cNvPr>
          <p:cNvSpPr/>
          <p:nvPr/>
        </p:nvSpPr>
        <p:spPr>
          <a:xfrm>
            <a:off x="2724562" y="4039401"/>
            <a:ext cx="4572000" cy="684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funcSimRotor.py</a:t>
            </a:r>
            <a:endParaRPr lang="en-US" sz="1200" b="1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Simulate rotor dynamic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EB22F5-38C5-9948-A90F-1049E6FFF757}"/>
              </a:ext>
            </a:extLst>
          </p:cNvPr>
          <p:cNvSpPr/>
          <p:nvPr/>
        </p:nvSpPr>
        <p:spPr>
          <a:xfrm>
            <a:off x="2724562" y="4943863"/>
            <a:ext cx="4572000" cy="6846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funcConstraints.py</a:t>
            </a:r>
            <a:endParaRPr lang="en-US" sz="1200" b="1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Check constraints   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9DC6A4B-5007-EF13-7943-A1B7479AF7ED}"/>
              </a:ext>
            </a:extLst>
          </p:cNvPr>
          <p:cNvSpPr/>
          <p:nvPr/>
        </p:nvSpPr>
        <p:spPr>
          <a:xfrm>
            <a:off x="2267362" y="109753"/>
            <a:ext cx="5486400" cy="11887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funcTidal.py</a:t>
            </a:r>
            <a:endParaRPr lang="en-US" sz="1200" b="1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import Tidal data from NOAA</a:t>
            </a:r>
          </a:p>
          <a:p>
            <a:pPr marL="742950" lvl="1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Get buoy position, and hub depth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Calculate cabling distance from nearest city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C81A4C1-8093-A746-B79D-FDFD620B4B82}"/>
              </a:ext>
            </a:extLst>
          </p:cNvPr>
          <p:cNvSpPr/>
          <p:nvPr/>
        </p:nvSpPr>
        <p:spPr>
          <a:xfrm>
            <a:off x="2267362" y="1593453"/>
            <a:ext cx="5486400" cy="1097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funcRotor.py</a:t>
            </a:r>
            <a:endParaRPr lang="en-US" sz="1200" b="1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Import output files from Aerodyne</a:t>
            </a:r>
          </a:p>
          <a:p>
            <a:pPr marL="742950" lvl="1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Get rotor performance surfaces (power coefficients, torque coefficients, </a:t>
            </a:r>
            <a:r>
              <a:rPr lang="en-US" sz="1200" dirty="0" err="1">
                <a:solidFill>
                  <a:schemeClr val="tx1"/>
                </a:solidFill>
              </a:rPr>
              <a:t>etc</a:t>
            </a:r>
            <a:r>
              <a:rPr lang="en-US" sz="1200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Estimate blade volume, mass and moment of inertia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90A7A2F6-EA86-715E-8032-0B16827113B7}"/>
              </a:ext>
            </a:extLst>
          </p:cNvPr>
          <p:cNvCxnSpPr>
            <a:stCxn id="18" idx="2"/>
            <a:endCxn id="19" idx="0"/>
          </p:cNvCxnSpPr>
          <p:nvPr/>
        </p:nvCxnSpPr>
        <p:spPr>
          <a:xfrm>
            <a:off x="5010562" y="1298473"/>
            <a:ext cx="0" cy="2949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CA648A24-AB03-8003-A585-B14988C954D7}"/>
              </a:ext>
            </a:extLst>
          </p:cNvPr>
          <p:cNvSpPr/>
          <p:nvPr/>
        </p:nvSpPr>
        <p:spPr>
          <a:xfrm>
            <a:off x="2724562" y="5848325"/>
            <a:ext cx="4572000" cy="685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b="1" dirty="0" err="1">
                <a:solidFill>
                  <a:schemeClr val="tx1"/>
                </a:solidFill>
              </a:rPr>
              <a:t>funcLCOE.py</a:t>
            </a:r>
            <a:endParaRPr lang="en-US" sz="1200" b="1" dirty="0">
              <a:solidFill>
                <a:schemeClr val="tx1"/>
              </a:solidFill>
            </a:endParaRPr>
          </a:p>
          <a:p>
            <a:pPr marL="285750" indent="-285750">
              <a:buFontTx/>
              <a:buChar char="-"/>
            </a:pPr>
            <a:r>
              <a:rPr lang="en-US" sz="1200" dirty="0">
                <a:solidFill>
                  <a:schemeClr val="tx1"/>
                </a:solidFill>
              </a:rPr>
              <a:t>Calculate LCOE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C8D6068-6214-5C4A-7924-C7EA2225965B}"/>
              </a:ext>
            </a:extLst>
          </p:cNvPr>
          <p:cNvCxnSpPr>
            <a:cxnSpLocks/>
            <a:stCxn id="19" idx="2"/>
            <a:endCxn id="15" idx="0"/>
          </p:cNvCxnSpPr>
          <p:nvPr/>
        </p:nvCxnSpPr>
        <p:spPr>
          <a:xfrm>
            <a:off x="5010562" y="2690733"/>
            <a:ext cx="0" cy="505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1835FE0-7C20-8733-2042-4E5BD7EB0922}"/>
              </a:ext>
            </a:extLst>
          </p:cNvPr>
          <p:cNvCxnSpPr>
            <a:cxnSpLocks/>
            <a:stCxn id="6" idx="3"/>
            <a:endCxn id="19" idx="1"/>
          </p:cNvCxnSpPr>
          <p:nvPr/>
        </p:nvCxnSpPr>
        <p:spPr>
          <a:xfrm>
            <a:off x="1688373" y="2142093"/>
            <a:ext cx="57898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82D4A13A-38CE-E59B-5ACA-CAF00EFF3A75}"/>
              </a:ext>
            </a:extLst>
          </p:cNvPr>
          <p:cNvCxnSpPr>
            <a:cxnSpLocks/>
            <a:stCxn id="5" idx="3"/>
            <a:endCxn id="22" idx="1"/>
          </p:cNvCxnSpPr>
          <p:nvPr/>
        </p:nvCxnSpPr>
        <p:spPr>
          <a:xfrm>
            <a:off x="1718722" y="6191225"/>
            <a:ext cx="100584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>
            <a:extLst>
              <a:ext uri="{FF2B5EF4-FFF2-40B4-BE49-F238E27FC236}">
                <a16:creationId xmlns:a16="http://schemas.microsoft.com/office/drawing/2014/main" id="{7BB42E76-906D-03BE-167E-7099389A0523}"/>
              </a:ext>
            </a:extLst>
          </p:cNvPr>
          <p:cNvCxnSpPr>
            <a:stCxn id="9" idx="3"/>
            <a:endCxn id="15" idx="0"/>
          </p:cNvCxnSpPr>
          <p:nvPr/>
        </p:nvCxnSpPr>
        <p:spPr>
          <a:xfrm>
            <a:off x="1702690" y="2943257"/>
            <a:ext cx="3307872" cy="25252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B1396CD2-C94F-EF91-07DD-38FA9718EEA8}"/>
              </a:ext>
            </a:extLst>
          </p:cNvPr>
          <p:cNvSpPr txBox="1"/>
          <p:nvPr/>
        </p:nvSpPr>
        <p:spPr>
          <a:xfrm>
            <a:off x="1718722" y="2698152"/>
            <a:ext cx="160011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Define / Choose Vessel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21F161D-CBEA-EB87-8FC8-71233D542DD0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5010562" y="4724099"/>
            <a:ext cx="0" cy="21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AACBFD20-0292-1181-E037-FBD9C4463EEE}"/>
              </a:ext>
            </a:extLst>
          </p:cNvPr>
          <p:cNvCxnSpPr>
            <a:cxnSpLocks/>
            <a:stCxn id="17" idx="2"/>
            <a:endCxn id="22" idx="0"/>
          </p:cNvCxnSpPr>
          <p:nvPr/>
        </p:nvCxnSpPr>
        <p:spPr>
          <a:xfrm>
            <a:off x="5010562" y="5628561"/>
            <a:ext cx="0" cy="219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6559EA74-B7D0-4497-C1E3-5F1497A16B97}"/>
              </a:ext>
            </a:extLst>
          </p:cNvPr>
          <p:cNvCxnSpPr>
            <a:cxnSpLocks/>
            <a:stCxn id="22" idx="3"/>
            <a:endCxn id="16" idx="3"/>
          </p:cNvCxnSpPr>
          <p:nvPr/>
        </p:nvCxnSpPr>
        <p:spPr>
          <a:xfrm flipV="1">
            <a:off x="7296562" y="4381750"/>
            <a:ext cx="12700" cy="1809475"/>
          </a:xfrm>
          <a:prstGeom prst="bentConnector3">
            <a:avLst>
              <a:gd name="adj1" fmla="val 18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8249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100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Keow, Alicia</dc:creator>
  <cp:lastModifiedBy>Keow, Alicia</cp:lastModifiedBy>
  <cp:revision>3</cp:revision>
  <dcterms:created xsi:type="dcterms:W3CDTF">2024-06-11T21:04:21Z</dcterms:created>
  <dcterms:modified xsi:type="dcterms:W3CDTF">2024-06-11T21:32:01Z</dcterms:modified>
</cp:coreProperties>
</file>